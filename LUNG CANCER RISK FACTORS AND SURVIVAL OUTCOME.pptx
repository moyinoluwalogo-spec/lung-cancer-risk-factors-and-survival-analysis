
<file path=[Content_Types].xml><?xml version="1.0" encoding="utf-8"?>
<Types xmlns="http://schemas.openxmlformats.org/package/2006/content-types">
  <Default Extension="1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yinoluwa Oke" userId="e8d48a236166fd71" providerId="LiveId" clId="{3CB76B04-203B-4B06-95AA-2B3BC6EBF124}"/>
    <pc:docChg chg="undo custSel addSld modSld">
      <pc:chgData name="Moyinoluwa Oke" userId="e8d48a236166fd71" providerId="LiveId" clId="{3CB76B04-203B-4B06-95AA-2B3BC6EBF124}" dt="2026-08-21T16:27:55.895" v="1035" actId="20577"/>
      <pc:docMkLst>
        <pc:docMk/>
      </pc:docMkLst>
      <pc:sldChg chg="modSp mod">
        <pc:chgData name="Moyinoluwa Oke" userId="e8d48a236166fd71" providerId="LiveId" clId="{3CB76B04-203B-4B06-95AA-2B3BC6EBF124}" dt="2026-08-21T16:27:55.895" v="1035" actId="20577"/>
        <pc:sldMkLst>
          <pc:docMk/>
          <pc:sldMk cId="4090544014" sldId="257"/>
        </pc:sldMkLst>
        <pc:spChg chg="mod">
          <ac:chgData name="Moyinoluwa Oke" userId="e8d48a236166fd71" providerId="LiveId" clId="{3CB76B04-203B-4B06-95AA-2B3BC6EBF124}" dt="2026-08-21T16:27:55.895" v="1035" actId="20577"/>
          <ac:spMkLst>
            <pc:docMk/>
            <pc:sldMk cId="4090544014" sldId="257"/>
            <ac:spMk id="4" creationId="{469C94D9-B811-4CFC-B806-826A3C98CB37}"/>
          </ac:spMkLst>
        </pc:spChg>
      </pc:sldChg>
      <pc:sldChg chg="modSp mod">
        <pc:chgData name="Moyinoluwa Oke" userId="e8d48a236166fd71" providerId="LiveId" clId="{3CB76B04-203B-4B06-95AA-2B3BC6EBF124}" dt="2026-08-21T16:26:41.110" v="1019" actId="255"/>
        <pc:sldMkLst>
          <pc:docMk/>
          <pc:sldMk cId="104107507" sldId="259"/>
        </pc:sldMkLst>
        <pc:spChg chg="mod">
          <ac:chgData name="Moyinoluwa Oke" userId="e8d48a236166fd71" providerId="LiveId" clId="{3CB76B04-203B-4B06-95AA-2B3BC6EBF124}" dt="2026-08-21T16:26:41.110" v="1019" actId="255"/>
          <ac:spMkLst>
            <pc:docMk/>
            <pc:sldMk cId="104107507" sldId="259"/>
            <ac:spMk id="3" creationId="{E28D254E-7AC5-470C-8B15-DC2086F1F952}"/>
          </ac:spMkLst>
        </pc:spChg>
      </pc:sldChg>
      <pc:sldChg chg="addSp delSp modSp mod modClrScheme chgLayout">
        <pc:chgData name="Moyinoluwa Oke" userId="e8d48a236166fd71" providerId="LiveId" clId="{3CB76B04-203B-4B06-95AA-2B3BC6EBF124}" dt="2026-08-21T16:04:54.821" v="241" actId="14100"/>
        <pc:sldMkLst>
          <pc:docMk/>
          <pc:sldMk cId="1888443607" sldId="260"/>
        </pc:sldMkLst>
        <pc:spChg chg="del mod ord">
          <ac:chgData name="Moyinoluwa Oke" userId="e8d48a236166fd71" providerId="LiveId" clId="{3CB76B04-203B-4B06-95AA-2B3BC6EBF124}" dt="2026-08-21T16:02:52.575" v="222" actId="700"/>
          <ac:spMkLst>
            <pc:docMk/>
            <pc:sldMk cId="1888443607" sldId="260"/>
            <ac:spMk id="2" creationId="{5DFC63CF-1766-48D2-993E-7DB989FB2D1F}"/>
          </ac:spMkLst>
        </pc:spChg>
        <pc:spChg chg="add mod ord">
          <ac:chgData name="Moyinoluwa Oke" userId="e8d48a236166fd71" providerId="LiveId" clId="{3CB76B04-203B-4B06-95AA-2B3BC6EBF124}" dt="2026-08-21T16:03:45.733" v="226" actId="700"/>
          <ac:spMkLst>
            <pc:docMk/>
            <pc:sldMk cId="1888443607" sldId="260"/>
            <ac:spMk id="7" creationId="{CD06D94C-FE71-42E3-988C-A87F9C675769}"/>
          </ac:spMkLst>
        </pc:spChg>
        <pc:spChg chg="add del mod">
          <ac:chgData name="Moyinoluwa Oke" userId="e8d48a236166fd71" providerId="LiveId" clId="{3CB76B04-203B-4B06-95AA-2B3BC6EBF124}" dt="2026-08-21T16:02:19.131" v="203" actId="6264"/>
          <ac:spMkLst>
            <pc:docMk/>
            <pc:sldMk cId="1888443607" sldId="260"/>
            <ac:spMk id="9" creationId="{5A956A6E-CCC9-4F69-81B4-089FF8C0ED56}"/>
          </ac:spMkLst>
        </pc:spChg>
        <pc:spChg chg="add del mod">
          <ac:chgData name="Moyinoluwa Oke" userId="e8d48a236166fd71" providerId="LiveId" clId="{3CB76B04-203B-4B06-95AA-2B3BC6EBF124}" dt="2026-08-21T16:02:19.131" v="203" actId="6264"/>
          <ac:spMkLst>
            <pc:docMk/>
            <pc:sldMk cId="1888443607" sldId="260"/>
            <ac:spMk id="10" creationId="{D95842C6-5E91-465B-BB7D-8980BB056AA1}"/>
          </ac:spMkLst>
        </pc:spChg>
        <pc:spChg chg="add del mod">
          <ac:chgData name="Moyinoluwa Oke" userId="e8d48a236166fd71" providerId="LiveId" clId="{3CB76B04-203B-4B06-95AA-2B3BC6EBF124}" dt="2026-08-21T16:02:20.566" v="204" actId="6264"/>
          <ac:spMkLst>
            <pc:docMk/>
            <pc:sldMk cId="1888443607" sldId="260"/>
            <ac:spMk id="11" creationId="{4F525FB8-F78C-4173-AE61-B7621CA95630}"/>
          </ac:spMkLst>
        </pc:spChg>
        <pc:spChg chg="add del mod">
          <ac:chgData name="Moyinoluwa Oke" userId="e8d48a236166fd71" providerId="LiveId" clId="{3CB76B04-203B-4B06-95AA-2B3BC6EBF124}" dt="2026-08-21T16:02:20.566" v="204" actId="6264"/>
          <ac:spMkLst>
            <pc:docMk/>
            <pc:sldMk cId="1888443607" sldId="260"/>
            <ac:spMk id="12" creationId="{1B07B4E4-927C-4B2A-BCDB-F0FF2F2D8E71}"/>
          </ac:spMkLst>
        </pc:spChg>
        <pc:spChg chg="add del mod">
          <ac:chgData name="Moyinoluwa Oke" userId="e8d48a236166fd71" providerId="LiveId" clId="{3CB76B04-203B-4B06-95AA-2B3BC6EBF124}" dt="2026-08-21T16:02:22.708" v="205" actId="6264"/>
          <ac:spMkLst>
            <pc:docMk/>
            <pc:sldMk cId="1888443607" sldId="260"/>
            <ac:spMk id="13" creationId="{0DB9DD6C-B67E-40FA-AE4E-493AA1B3464C}"/>
          </ac:spMkLst>
        </pc:spChg>
        <pc:spChg chg="add del mod">
          <ac:chgData name="Moyinoluwa Oke" userId="e8d48a236166fd71" providerId="LiveId" clId="{3CB76B04-203B-4B06-95AA-2B3BC6EBF124}" dt="2026-08-21T16:02:22.708" v="205" actId="6264"/>
          <ac:spMkLst>
            <pc:docMk/>
            <pc:sldMk cId="1888443607" sldId="260"/>
            <ac:spMk id="14" creationId="{0D9F6C4A-80C1-4199-A9C4-AD8A287C4150}"/>
          </ac:spMkLst>
        </pc:spChg>
        <pc:spChg chg="add del mod">
          <ac:chgData name="Moyinoluwa Oke" userId="e8d48a236166fd71" providerId="LiveId" clId="{3CB76B04-203B-4B06-95AA-2B3BC6EBF124}" dt="2026-08-21T16:02:24.008" v="206" actId="6264"/>
          <ac:spMkLst>
            <pc:docMk/>
            <pc:sldMk cId="1888443607" sldId="260"/>
            <ac:spMk id="15" creationId="{17A4114E-D807-4B27-9677-BB4BC14C0B5E}"/>
          </ac:spMkLst>
        </pc:spChg>
        <pc:spChg chg="add del mod">
          <ac:chgData name="Moyinoluwa Oke" userId="e8d48a236166fd71" providerId="LiveId" clId="{3CB76B04-203B-4B06-95AA-2B3BC6EBF124}" dt="2026-08-21T16:02:24.008" v="206" actId="6264"/>
          <ac:spMkLst>
            <pc:docMk/>
            <pc:sldMk cId="1888443607" sldId="260"/>
            <ac:spMk id="16" creationId="{0FDDD915-8C45-4ECD-A50F-E6DEDC85555C}"/>
          </ac:spMkLst>
        </pc:spChg>
        <pc:spChg chg="add del mod">
          <ac:chgData name="Moyinoluwa Oke" userId="e8d48a236166fd71" providerId="LiveId" clId="{3CB76B04-203B-4B06-95AA-2B3BC6EBF124}" dt="2026-08-21T16:02:28.315" v="207" actId="6264"/>
          <ac:spMkLst>
            <pc:docMk/>
            <pc:sldMk cId="1888443607" sldId="260"/>
            <ac:spMk id="17" creationId="{D2C28A12-192A-42A7-8E23-FCA3B90CD06C}"/>
          </ac:spMkLst>
        </pc:spChg>
        <pc:spChg chg="add del mod">
          <ac:chgData name="Moyinoluwa Oke" userId="e8d48a236166fd71" providerId="LiveId" clId="{3CB76B04-203B-4B06-95AA-2B3BC6EBF124}" dt="2026-08-21T16:02:28.315" v="207" actId="6264"/>
          <ac:spMkLst>
            <pc:docMk/>
            <pc:sldMk cId="1888443607" sldId="260"/>
            <ac:spMk id="18" creationId="{2EA7CCE5-D8D2-45D6-80AC-0C0FB2887759}"/>
          </ac:spMkLst>
        </pc:spChg>
        <pc:spChg chg="add del mod">
          <ac:chgData name="Moyinoluwa Oke" userId="e8d48a236166fd71" providerId="LiveId" clId="{3CB76B04-203B-4B06-95AA-2B3BC6EBF124}" dt="2026-08-21T16:02:28.971" v="208" actId="6264"/>
          <ac:spMkLst>
            <pc:docMk/>
            <pc:sldMk cId="1888443607" sldId="260"/>
            <ac:spMk id="19" creationId="{2719D43D-BFA5-41F5-8292-D2D38B86397E}"/>
          </ac:spMkLst>
        </pc:spChg>
        <pc:spChg chg="add del mod">
          <ac:chgData name="Moyinoluwa Oke" userId="e8d48a236166fd71" providerId="LiveId" clId="{3CB76B04-203B-4B06-95AA-2B3BC6EBF124}" dt="2026-08-21T16:02:28.971" v="208" actId="6264"/>
          <ac:spMkLst>
            <pc:docMk/>
            <pc:sldMk cId="1888443607" sldId="260"/>
            <ac:spMk id="20" creationId="{811509C0-2D02-46E2-97C8-742535AE57B4}"/>
          </ac:spMkLst>
        </pc:spChg>
        <pc:spChg chg="add del mod">
          <ac:chgData name="Moyinoluwa Oke" userId="e8d48a236166fd71" providerId="LiveId" clId="{3CB76B04-203B-4B06-95AA-2B3BC6EBF124}" dt="2026-08-21T16:02:29.087" v="209" actId="6264"/>
          <ac:spMkLst>
            <pc:docMk/>
            <pc:sldMk cId="1888443607" sldId="260"/>
            <ac:spMk id="21" creationId="{1AA74A62-D516-4DB0-870B-62819B0CC4BA}"/>
          </ac:spMkLst>
        </pc:spChg>
        <pc:spChg chg="add del mod">
          <ac:chgData name="Moyinoluwa Oke" userId="e8d48a236166fd71" providerId="LiveId" clId="{3CB76B04-203B-4B06-95AA-2B3BC6EBF124}" dt="2026-08-21T16:02:29.087" v="209" actId="6264"/>
          <ac:spMkLst>
            <pc:docMk/>
            <pc:sldMk cId="1888443607" sldId="260"/>
            <ac:spMk id="22" creationId="{34F5CA95-55CE-4C32-B339-4D41B4F5EA4B}"/>
          </ac:spMkLst>
        </pc:spChg>
        <pc:spChg chg="add del mod">
          <ac:chgData name="Moyinoluwa Oke" userId="e8d48a236166fd71" providerId="LiveId" clId="{3CB76B04-203B-4B06-95AA-2B3BC6EBF124}" dt="2026-08-21T16:02:29.233" v="210" actId="6264"/>
          <ac:spMkLst>
            <pc:docMk/>
            <pc:sldMk cId="1888443607" sldId="260"/>
            <ac:spMk id="23" creationId="{01639999-847C-40F6-AE88-CBCEB4CCB769}"/>
          </ac:spMkLst>
        </pc:spChg>
        <pc:spChg chg="add del mod">
          <ac:chgData name="Moyinoluwa Oke" userId="e8d48a236166fd71" providerId="LiveId" clId="{3CB76B04-203B-4B06-95AA-2B3BC6EBF124}" dt="2026-08-21T16:02:29.233" v="210" actId="6264"/>
          <ac:spMkLst>
            <pc:docMk/>
            <pc:sldMk cId="1888443607" sldId="260"/>
            <ac:spMk id="24" creationId="{AD93C52F-198E-403E-8B2F-41C12E58B94B}"/>
          </ac:spMkLst>
        </pc:spChg>
        <pc:spChg chg="add del mod">
          <ac:chgData name="Moyinoluwa Oke" userId="e8d48a236166fd71" providerId="LiveId" clId="{3CB76B04-203B-4B06-95AA-2B3BC6EBF124}" dt="2026-08-21T16:02:29.358" v="211" actId="6264"/>
          <ac:spMkLst>
            <pc:docMk/>
            <pc:sldMk cId="1888443607" sldId="260"/>
            <ac:spMk id="25" creationId="{B546E2E3-457A-4F18-9321-C116139367F9}"/>
          </ac:spMkLst>
        </pc:spChg>
        <pc:spChg chg="add del mod">
          <ac:chgData name="Moyinoluwa Oke" userId="e8d48a236166fd71" providerId="LiveId" clId="{3CB76B04-203B-4B06-95AA-2B3BC6EBF124}" dt="2026-08-21T16:02:29.358" v="211" actId="6264"/>
          <ac:spMkLst>
            <pc:docMk/>
            <pc:sldMk cId="1888443607" sldId="260"/>
            <ac:spMk id="26" creationId="{723CEC70-B2A5-4F14-BD63-F7E2C7F16161}"/>
          </ac:spMkLst>
        </pc:spChg>
        <pc:spChg chg="add del mod">
          <ac:chgData name="Moyinoluwa Oke" userId="e8d48a236166fd71" providerId="LiveId" clId="{3CB76B04-203B-4B06-95AA-2B3BC6EBF124}" dt="2026-08-21T16:02:29.648" v="212" actId="6264"/>
          <ac:spMkLst>
            <pc:docMk/>
            <pc:sldMk cId="1888443607" sldId="260"/>
            <ac:spMk id="27" creationId="{DA2D7453-F4D3-4B16-899B-107F2E6EB0FA}"/>
          </ac:spMkLst>
        </pc:spChg>
        <pc:spChg chg="add del mod">
          <ac:chgData name="Moyinoluwa Oke" userId="e8d48a236166fd71" providerId="LiveId" clId="{3CB76B04-203B-4B06-95AA-2B3BC6EBF124}" dt="2026-08-21T16:02:29.648" v="212" actId="6264"/>
          <ac:spMkLst>
            <pc:docMk/>
            <pc:sldMk cId="1888443607" sldId="260"/>
            <ac:spMk id="28" creationId="{9A986902-BD0F-4C5D-AC58-D280A5DB76A4}"/>
          </ac:spMkLst>
        </pc:spChg>
        <pc:spChg chg="add del mod ord">
          <ac:chgData name="Moyinoluwa Oke" userId="e8d48a236166fd71" providerId="LiveId" clId="{3CB76B04-203B-4B06-95AA-2B3BC6EBF124}" dt="2026-08-21T16:03:45.733" v="226" actId="700"/>
          <ac:spMkLst>
            <pc:docMk/>
            <pc:sldMk cId="1888443607" sldId="260"/>
            <ac:spMk id="29" creationId="{3B046687-2EEC-45D7-8CEC-FCEF771C968F}"/>
          </ac:spMkLst>
        </pc:spChg>
        <pc:spChg chg="add del mod ord">
          <ac:chgData name="Moyinoluwa Oke" userId="e8d48a236166fd71" providerId="LiveId" clId="{3CB76B04-203B-4B06-95AA-2B3BC6EBF124}" dt="2026-08-21T16:03:45.733" v="226" actId="700"/>
          <ac:spMkLst>
            <pc:docMk/>
            <pc:sldMk cId="1888443607" sldId="260"/>
            <ac:spMk id="30" creationId="{D6AB3DDF-D61B-44D3-9A95-336895732DCD}"/>
          </ac:spMkLst>
        </pc:spChg>
        <pc:spChg chg="add mod ord">
          <ac:chgData name="Moyinoluwa Oke" userId="e8d48a236166fd71" providerId="LiveId" clId="{3CB76B04-203B-4B06-95AA-2B3BC6EBF124}" dt="2026-08-21T16:04:32.493" v="237" actId="2711"/>
          <ac:spMkLst>
            <pc:docMk/>
            <pc:sldMk cId="1888443607" sldId="260"/>
            <ac:spMk id="32" creationId="{213B4410-70AD-4287-BA3D-9714F1CB8DA6}"/>
          </ac:spMkLst>
        </pc:spChg>
        <pc:picChg chg="del mod">
          <ac:chgData name="Moyinoluwa Oke" userId="e8d48a236166fd71" providerId="LiveId" clId="{3CB76B04-203B-4B06-95AA-2B3BC6EBF124}" dt="2026-08-21T15:57:53.326" v="1" actId="21"/>
          <ac:picMkLst>
            <pc:docMk/>
            <pc:sldMk cId="1888443607" sldId="260"/>
            <ac:picMk id="5" creationId="{B52CF93E-F134-4055-95B5-1D9E3FD91DCD}"/>
          </ac:picMkLst>
        </pc:picChg>
        <pc:picChg chg="add del mod">
          <ac:chgData name="Moyinoluwa Oke" userId="e8d48a236166fd71" providerId="LiveId" clId="{3CB76B04-203B-4B06-95AA-2B3BC6EBF124}" dt="2026-08-21T16:00:52.990" v="120" actId="21"/>
          <ac:picMkLst>
            <pc:docMk/>
            <pc:sldMk cId="1888443607" sldId="260"/>
            <ac:picMk id="8" creationId="{34DEC6BF-9B75-45C0-8EF1-A6AE2597DE47}"/>
          </ac:picMkLst>
        </pc:picChg>
        <pc:picChg chg="add del mod">
          <ac:chgData name="Moyinoluwa Oke" userId="e8d48a236166fd71" providerId="LiveId" clId="{3CB76B04-203B-4B06-95AA-2B3BC6EBF124}" dt="2026-08-21T16:03:14.281" v="225" actId="21"/>
          <ac:picMkLst>
            <pc:docMk/>
            <pc:sldMk cId="1888443607" sldId="260"/>
            <ac:picMk id="31" creationId="{F6B40CB2-4C2F-4C2A-B709-8659FC8FBEC1}"/>
          </ac:picMkLst>
        </pc:picChg>
        <pc:picChg chg="add mod">
          <ac:chgData name="Moyinoluwa Oke" userId="e8d48a236166fd71" providerId="LiveId" clId="{3CB76B04-203B-4B06-95AA-2B3BC6EBF124}" dt="2026-08-21T16:04:54.821" v="241" actId="14100"/>
          <ac:picMkLst>
            <pc:docMk/>
            <pc:sldMk cId="1888443607" sldId="260"/>
            <ac:picMk id="33" creationId="{29F80B29-3D76-47EA-A0D0-53A37A223D38}"/>
          </ac:picMkLst>
        </pc:picChg>
      </pc:sldChg>
      <pc:sldChg chg="modSp new mod">
        <pc:chgData name="Moyinoluwa Oke" userId="e8d48a236166fd71" providerId="LiveId" clId="{3CB76B04-203B-4B06-95AA-2B3BC6EBF124}" dt="2026-08-21T16:14:44.044" v="511" actId="2711"/>
        <pc:sldMkLst>
          <pc:docMk/>
          <pc:sldMk cId="2553820254" sldId="261"/>
        </pc:sldMkLst>
        <pc:spChg chg="mod">
          <ac:chgData name="Moyinoluwa Oke" userId="e8d48a236166fd71" providerId="LiveId" clId="{3CB76B04-203B-4B06-95AA-2B3BC6EBF124}" dt="2026-08-21T16:07:19.396" v="256" actId="20577"/>
          <ac:spMkLst>
            <pc:docMk/>
            <pc:sldMk cId="2553820254" sldId="261"/>
            <ac:spMk id="2" creationId="{CA967622-5935-4C06-8B32-43762D34863A}"/>
          </ac:spMkLst>
        </pc:spChg>
        <pc:spChg chg="mod">
          <ac:chgData name="Moyinoluwa Oke" userId="e8d48a236166fd71" providerId="LiveId" clId="{3CB76B04-203B-4B06-95AA-2B3BC6EBF124}" dt="2026-08-21T16:14:44.044" v="511" actId="2711"/>
          <ac:spMkLst>
            <pc:docMk/>
            <pc:sldMk cId="2553820254" sldId="261"/>
            <ac:spMk id="3" creationId="{DE9F8FD9-9EDD-42E1-8FC9-D241D4C70208}"/>
          </ac:spMkLst>
        </pc:spChg>
      </pc:sldChg>
      <pc:sldChg chg="modSp new mod">
        <pc:chgData name="Moyinoluwa Oke" userId="e8d48a236166fd71" providerId="LiveId" clId="{3CB76B04-203B-4B06-95AA-2B3BC6EBF124}" dt="2026-08-21T16:21:52.699" v="806" actId="20577"/>
        <pc:sldMkLst>
          <pc:docMk/>
          <pc:sldMk cId="900811238" sldId="262"/>
        </pc:sldMkLst>
        <pc:spChg chg="mod">
          <ac:chgData name="Moyinoluwa Oke" userId="e8d48a236166fd71" providerId="LiveId" clId="{3CB76B04-203B-4B06-95AA-2B3BC6EBF124}" dt="2026-08-21T16:16:52.944" v="554" actId="20577"/>
          <ac:spMkLst>
            <pc:docMk/>
            <pc:sldMk cId="900811238" sldId="262"/>
            <ac:spMk id="2" creationId="{AD9D74CD-964B-4936-8166-08A78EF74CE4}"/>
          </ac:spMkLst>
        </pc:spChg>
        <pc:spChg chg="mod">
          <ac:chgData name="Moyinoluwa Oke" userId="e8d48a236166fd71" providerId="LiveId" clId="{3CB76B04-203B-4B06-95AA-2B3BC6EBF124}" dt="2026-08-21T16:21:52.699" v="806" actId="20577"/>
          <ac:spMkLst>
            <pc:docMk/>
            <pc:sldMk cId="900811238" sldId="262"/>
            <ac:spMk id="3" creationId="{F5510CCF-65F1-4A29-8C74-B3021F73A92C}"/>
          </ac:spMkLst>
        </pc:spChg>
      </pc:sldChg>
      <pc:sldChg chg="modSp new mod">
        <pc:chgData name="Moyinoluwa Oke" userId="e8d48a236166fd71" providerId="LiveId" clId="{3CB76B04-203B-4B06-95AA-2B3BC6EBF124}" dt="2026-08-21T16:25:24.860" v="1017" actId="20577"/>
        <pc:sldMkLst>
          <pc:docMk/>
          <pc:sldMk cId="3105712574" sldId="263"/>
        </pc:sldMkLst>
        <pc:spChg chg="mod">
          <ac:chgData name="Moyinoluwa Oke" userId="e8d48a236166fd71" providerId="LiveId" clId="{3CB76B04-203B-4B06-95AA-2B3BC6EBF124}" dt="2026-08-21T16:22:39.290" v="821" actId="20577"/>
          <ac:spMkLst>
            <pc:docMk/>
            <pc:sldMk cId="3105712574" sldId="263"/>
            <ac:spMk id="2" creationId="{7E6AB40C-5D3C-4852-B575-951298F868CE}"/>
          </ac:spMkLst>
        </pc:spChg>
        <pc:spChg chg="mod">
          <ac:chgData name="Moyinoluwa Oke" userId="e8d48a236166fd71" providerId="LiveId" clId="{3CB76B04-203B-4B06-95AA-2B3BC6EBF124}" dt="2026-08-21T16:25:24.860" v="1017" actId="20577"/>
          <ac:spMkLst>
            <pc:docMk/>
            <pc:sldMk cId="3105712574" sldId="263"/>
            <ac:spMk id="3" creationId="{68FD6F67-D5FD-482E-AF14-D6C902EBC0E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4504D-C17D-4BF8-A6D4-EE4642D541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3492E9-BAE3-4670-ABE8-B962010A82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9E866-7A9E-4A29-8816-D36F4CCD8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2AF20-43AC-44CF-A713-DE164FB4D9FF}" type="datetimeFigureOut">
              <a:rPr lang="en-NG" smtClean="0"/>
              <a:t>23/08/2026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9A3AE-1988-4869-97AA-A6BC10536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EADB3-3256-4820-A01A-012AC98FF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B768-6711-4666-9DB3-FC29C6A45C9A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606939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E63F9-8413-49B8-8E71-BADDAD2B6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C8916-7FE3-467D-BE8F-730C0BE0D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3BCD7-7929-4152-8201-D637D5720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2AF20-43AC-44CF-A713-DE164FB4D9FF}" type="datetimeFigureOut">
              <a:rPr lang="en-NG" smtClean="0"/>
              <a:t>23/08/2026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D97D1-758D-4C9C-BDB2-84FF0194F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6F028-19A8-4D51-A469-7DDF29CB4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B768-6711-4666-9DB3-FC29C6A45C9A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42710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2DAE7-AA3A-4FFE-A204-6F540A3CD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A7A872-5B9D-4B1B-8E7C-C42653D6C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EAFEA-E07F-47C1-8A9B-9CBC8CC24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2AF20-43AC-44CF-A713-DE164FB4D9FF}" type="datetimeFigureOut">
              <a:rPr lang="en-NG" smtClean="0"/>
              <a:t>23/08/2026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12647-6564-44E2-89FD-8E3357926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4843B-4563-4E0B-9A76-5C58A4E51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B768-6711-4666-9DB3-FC29C6A45C9A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82447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34C49-C40A-4057-A8F9-78C21A17A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0BD77-F948-49B9-8D98-2ADC841F61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A9DE14-F0C9-4F84-B0BC-06E4C11A0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7ECA34-79C6-42BB-A516-E49ECDA3C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2AF20-43AC-44CF-A713-DE164FB4D9FF}" type="datetimeFigureOut">
              <a:rPr lang="en-NG" smtClean="0"/>
              <a:t>23/08/2026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DBB8C5-9F30-4C6A-B48C-1B548A009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D4090-1A49-4156-9564-70191007B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B768-6711-4666-9DB3-FC29C6A45C9A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193945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58E22-4D05-469E-89EF-F072E4F4C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BD4A74-7424-457A-BC60-4776DE1DB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05D53C-E40A-40EF-BC31-B807697D14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3088AF-7917-44E1-BF89-11FB6FCFA4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07F072-259A-4055-BAE5-2B6A2E58A4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1FDAC7-ACD9-42AE-B462-831DD8705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2AF20-43AC-44CF-A713-DE164FB4D9FF}" type="datetimeFigureOut">
              <a:rPr lang="en-NG" smtClean="0"/>
              <a:t>23/08/2026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92007D-A319-4312-88E7-491B422CA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B5720-9AE8-4CBF-9D44-29A694387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B768-6711-4666-9DB3-FC29C6A45C9A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544501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E1202-6902-4512-9B46-7AB681E5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E77B6D-C352-4B5D-9924-C42A8A911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2AF20-43AC-44CF-A713-DE164FB4D9FF}" type="datetimeFigureOut">
              <a:rPr lang="en-NG" smtClean="0"/>
              <a:t>23/08/2026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CA1565-ABE8-4C36-B9C5-A25979809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5C4504-3931-4506-AF25-45B604EEE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B768-6711-4666-9DB3-FC29C6A45C9A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595244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D73110-29A5-4B7B-B911-754426F36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2AF20-43AC-44CF-A713-DE164FB4D9FF}" type="datetimeFigureOut">
              <a:rPr lang="en-NG" smtClean="0"/>
              <a:t>23/08/2026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A1F1EA-147F-423F-9D7B-3B966EE60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88556-6C86-4225-B134-AF4562479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B768-6711-4666-9DB3-FC29C6A45C9A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179831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9A970-815F-4034-8F5B-AD8708652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2EC8D-335B-4196-91A0-F0D2124F5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776920-70A1-4E68-9BA2-23F8D205F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49D1CD-1C97-40AD-A258-FF6D94A1E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2AF20-43AC-44CF-A713-DE164FB4D9FF}" type="datetimeFigureOut">
              <a:rPr lang="en-NG" smtClean="0"/>
              <a:t>23/08/2026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387D58-24FA-4941-880E-C6AABE2B0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6EB34-5767-44A7-8825-CAF52ACF2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B768-6711-4666-9DB3-FC29C6A45C9A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244261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FC984-B2C3-464A-B6DE-EDAED2BA1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2DEC5F-6B86-4E40-B48E-C8D3C4057F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7292A9-9779-4BE5-915A-1D18D14AE8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4EABA9-E546-4DF3-A3BE-68CD8A2C3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2AF20-43AC-44CF-A713-DE164FB4D9FF}" type="datetimeFigureOut">
              <a:rPr lang="en-NG" smtClean="0"/>
              <a:t>23/08/2026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14DE22-1323-4282-BD8D-5A8468C2D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12859B-83C6-4AC2-95AB-00356DCC7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B768-6711-4666-9DB3-FC29C6A45C9A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107573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78DC7-368F-4E5A-BA07-6B884BB0D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FFF6A6-7327-463D-8303-7FCA642C2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82DA7-55C4-447E-88F8-1119CE601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2AF20-43AC-44CF-A713-DE164FB4D9FF}" type="datetimeFigureOut">
              <a:rPr lang="en-NG" smtClean="0"/>
              <a:t>23/08/2026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20F9F-4509-4526-B0F1-ACAFB43D9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077E3-44E7-4A54-B6E1-448334ABE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B768-6711-4666-9DB3-FC29C6A45C9A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18978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1405BF-2597-4C7B-B7E6-50A32FA34B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22DFD3-D147-47B7-A193-F950429261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4C445-E48D-4535-8FAA-46CEEA44C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2AF20-43AC-44CF-A713-DE164FB4D9FF}" type="datetimeFigureOut">
              <a:rPr lang="en-NG" smtClean="0"/>
              <a:t>23/08/2026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1C30F-0E23-43FF-B4FF-8CB35BB9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0ABF3-61C3-4A26-91F9-949F297D6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B768-6711-4666-9DB3-FC29C6A45C9A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05307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acibademinternational.com/health-library/left-lung-explained-by-medical-evidence-not-myths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70000"/>
            <a:lum/>
            <a:extLst>
              <a:ext uri="{837473B0-CC2E-450A-ABE3-18F120FF3D39}">
                <a1611:picAttrSrcUrl xmlns:a1611="http://schemas.microsoft.com/office/drawing/2016/11/main" r:id="rId14"/>
              </a:ext>
            </a:extLst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1E4872-9B56-4D5C-946E-9567C839B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CDB57-5F4B-4AA6-8A61-3427515CE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53F2B-E768-446F-A2A2-FB4C66E267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2AF20-43AC-44CF-A713-DE164FB4D9FF}" type="datetimeFigureOut">
              <a:rPr lang="en-NG" smtClean="0"/>
              <a:t>23/08/2026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1CA02-ED31-4FF6-B7B6-D021B4A77A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25482-6F57-41A1-84F2-22749E2CA2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DB768-6711-4666-9DB3-FC29C6A45C9A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240715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pulmonary" TargetMode="External"/><Relationship Id="rId2" Type="http://schemas.openxmlformats.org/officeDocument/2006/relationships/image" Target="../media/image3.1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BBF0BA-97DE-4B99-AA3B-F1C626AEABB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extLs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a:blip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F58497-399C-446D-9152-D459D8AA7D8F}"/>
              </a:ext>
            </a:extLst>
          </p:cNvPr>
          <p:cNvSpPr txBox="1"/>
          <p:nvPr/>
        </p:nvSpPr>
        <p:spPr>
          <a:xfrm>
            <a:off x="562708" y="647114"/>
            <a:ext cx="1011467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9600" dirty="0">
                <a:latin typeface="Algerian" panose="04020705040A02060702" pitchFamily="82" charset="0"/>
              </a:rPr>
              <a:t>WELCOME</a:t>
            </a:r>
            <a:endParaRPr lang="en-NG" sz="9600" dirty="0">
              <a:latin typeface="Algerian" panose="04020705040A02060702" pitchFamily="8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06067C-D9F0-49DE-8223-E4F24F1E65BC}"/>
              </a:ext>
            </a:extLst>
          </p:cNvPr>
          <p:cNvSpPr txBox="1"/>
          <p:nvPr/>
        </p:nvSpPr>
        <p:spPr>
          <a:xfrm>
            <a:off x="1167618" y="2743200"/>
            <a:ext cx="85250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6000" dirty="0">
                <a:latin typeface="Algerian" panose="04020705040A02060702" pitchFamily="82" charset="0"/>
              </a:rPr>
              <a:t>TO</a:t>
            </a:r>
            <a:r>
              <a:rPr lang="en-NZ" sz="5400" dirty="0">
                <a:latin typeface="Broadway" panose="04040905080B02020502" pitchFamily="82" charset="0"/>
              </a:rPr>
              <a:t> </a:t>
            </a:r>
            <a:r>
              <a:rPr lang="en-NZ" sz="6000" dirty="0">
                <a:latin typeface="Algerian" panose="04020705040A02060702" pitchFamily="82" charset="0"/>
              </a:rPr>
              <a:t>MY</a:t>
            </a:r>
            <a:r>
              <a:rPr lang="en-NZ" sz="5400" dirty="0">
                <a:latin typeface="Broadway" panose="04040905080B02020502" pitchFamily="82" charset="0"/>
              </a:rPr>
              <a:t> </a:t>
            </a:r>
            <a:r>
              <a:rPr lang="en-NZ" sz="6000" dirty="0">
                <a:latin typeface="Algerian" panose="04020705040A02060702" pitchFamily="82" charset="0"/>
              </a:rPr>
              <a:t>PRESENTATION</a:t>
            </a:r>
            <a:endParaRPr lang="en-NG" sz="60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6238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41"/>
    </mc:Choice>
    <mc:Fallback>
      <p:transition spd="slow" advTm="704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BCDE3-6793-4D94-B2E0-9597861A07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NZ" sz="4400" b="1" dirty="0">
                <a:latin typeface="Arial" panose="020B0604020202020204" pitchFamily="34" charset="0"/>
                <a:cs typeface="Arial" panose="020B0604020202020204" pitchFamily="34" charset="0"/>
              </a:rPr>
              <a:t>LUNG CANCER RISK FACTORS AND SURVIVAL OUTCOME:A DATA ANALYSIS</a:t>
            </a:r>
            <a:br>
              <a:rPr lang="en-NG" sz="4800" dirty="0"/>
            </a:br>
            <a:endParaRPr lang="en-NG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D0708A-ABC2-4D3A-9A10-3EF6C3ADA9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NZ" sz="2800" b="1" dirty="0">
                <a:latin typeface="Arial" panose="020B0604020202020204" pitchFamily="34" charset="0"/>
                <a:cs typeface="Arial" panose="020B0604020202020204" pitchFamily="34" charset="0"/>
              </a:rPr>
              <a:t>OKE MOYINOLUWA</a:t>
            </a:r>
          </a:p>
          <a:p>
            <a:pPr algn="ctr"/>
            <a:r>
              <a:rPr lang="en-NZ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DataDrivenMind</a:t>
            </a:r>
            <a:r>
              <a:rPr lang="en-NZ" sz="2800" b="1" dirty="0">
                <a:latin typeface="Arial" panose="020B0604020202020204" pitchFamily="34" charset="0"/>
                <a:cs typeface="Arial" panose="020B0604020202020204" pitchFamily="34" charset="0"/>
              </a:rPr>
              <a:t> Capstone Project</a:t>
            </a:r>
          </a:p>
          <a:p>
            <a:pPr algn="ctr"/>
            <a:r>
              <a:rPr lang="en-NZ" sz="2800" b="1" dirty="0">
                <a:latin typeface="Arial" panose="020B0604020202020204" pitchFamily="34" charset="0"/>
                <a:cs typeface="Arial" panose="020B0604020202020204" pitchFamily="34" charset="0"/>
              </a:rPr>
              <a:t>26/08/2026</a:t>
            </a:r>
          </a:p>
          <a:p>
            <a:endParaRPr lang="en-NG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CDBFDBC-AAEA-4B7E-880D-BF5988E450FE}"/>
              </a:ext>
            </a:extLst>
          </p:cNvPr>
          <p:cNvSpPr/>
          <p:nvPr/>
        </p:nvSpPr>
        <p:spPr>
          <a:xfrm flipH="1">
            <a:off x="10536700" y="1789042"/>
            <a:ext cx="45719" cy="4571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sz="32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C1682DA-5470-455C-85F9-A3A9E141F9C9}"/>
              </a:ext>
            </a:extLst>
          </p:cNvPr>
          <p:cNvSpPr/>
          <p:nvPr/>
        </p:nvSpPr>
        <p:spPr>
          <a:xfrm>
            <a:off x="10019865" y="5102086"/>
            <a:ext cx="45719" cy="5301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B368DD6-C2B2-4E51-A591-5546BA620E26}"/>
              </a:ext>
            </a:extLst>
          </p:cNvPr>
          <p:cNvSpPr/>
          <p:nvPr/>
        </p:nvSpPr>
        <p:spPr>
          <a:xfrm flipV="1">
            <a:off x="1524001" y="1743322"/>
            <a:ext cx="45719" cy="4571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sz="3200" dirty="0"/>
          </a:p>
        </p:txBody>
      </p:sp>
    </p:spTree>
    <p:extLst>
      <p:ext uri="{BB962C8B-B14F-4D97-AF65-F5344CB8AC3E}">
        <p14:creationId xmlns:p14="http://schemas.microsoft.com/office/powerpoint/2010/main" val="2322831946"/>
      </p:ext>
    </p:extLst>
  </p:cSld>
  <p:clrMapOvr>
    <a:masterClrMapping/>
  </p:clrMapOvr>
  <p:transition spd="slow" advTm="7578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9B4AC-4E47-4471-B08D-1561A4E1F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Z" b="1" dirty="0">
                <a:latin typeface="Arial" panose="020B0604020202020204" pitchFamily="34" charset="0"/>
                <a:cs typeface="Arial" panose="020B0604020202020204" pitchFamily="34" charset="0"/>
              </a:rPr>
              <a:t>Project Objective</a:t>
            </a:r>
            <a:endParaRPr lang="en-NG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9C94D9-B811-4CFC-B806-826A3C98CB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9065" y="1843953"/>
            <a:ext cx="1025387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Z" altLang="en-NG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To </a:t>
            </a:r>
            <a:r>
              <a:rPr kumimoji="0" lang="en-NZ" altLang="en-NG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analyze</a:t>
            </a:r>
            <a:r>
              <a:rPr kumimoji="0" lang="en-NZ" altLang="en-NG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lung cancer patient data, to identify patterns in cancer types, survival outcomes, risk factors, and diagnosis trends, and present the findings through an interactive Excel dashboard.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NZ" altLang="en-NG" b="1" dirty="0">
                <a:latin typeface="Arial" panose="020B0604020202020204" pitchFamily="34" charset="0"/>
              </a:rPr>
              <a:t>Dataset</a:t>
            </a:r>
            <a:r>
              <a:rPr lang="en-NZ" altLang="en-NG" dirty="0"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NZ" altLang="en-NG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2,000 patient records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NZ" altLang="en-NG" dirty="0">
                <a:latin typeface="Arial" panose="020B0604020202020204" pitchFamily="34" charset="0"/>
              </a:rPr>
              <a:t>46 variables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NZ" altLang="en-NG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2015-2026</a:t>
            </a:r>
            <a:endParaRPr kumimoji="0" lang="en-NG" altLang="en-NG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5440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Tm="14224">
        <p14:reveal/>
      </p:transition>
    </mc:Choice>
    <mc:Fallback>
      <p:transition spd="slow" advTm="14224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009EB-8531-4C3B-8631-68EB63C39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b="1" dirty="0">
                <a:latin typeface="Arial" panose="020B0604020202020204" pitchFamily="34" charset="0"/>
                <a:cs typeface="Arial" panose="020B0604020202020204" pitchFamily="34" charset="0"/>
              </a:rPr>
              <a:t>Dataset &amp; Data Preparation</a:t>
            </a:r>
            <a:endParaRPr lang="en-NG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52F3C-65EB-4084-BBC1-150EC8E23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NZ" b="1" dirty="0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</a:p>
          <a:p>
            <a:r>
              <a:rPr lang="en-NZ" dirty="0">
                <a:latin typeface="Arial" panose="020B0604020202020204" pitchFamily="34" charset="0"/>
                <a:cs typeface="Arial" panose="020B0604020202020204" pitchFamily="34" charset="0"/>
              </a:rPr>
              <a:t>Lung Cancer Risk Factor and Survival Dataset</a:t>
            </a:r>
          </a:p>
          <a:p>
            <a:r>
              <a:rPr lang="en-NZ" dirty="0">
                <a:latin typeface="Arial" panose="020B0604020202020204" pitchFamily="34" charset="0"/>
                <a:cs typeface="Arial" panose="020B0604020202020204" pitchFamily="34" charset="0"/>
              </a:rPr>
              <a:t>Source: Kaggle</a:t>
            </a:r>
          </a:p>
          <a:p>
            <a:r>
              <a:rPr lang="en-NZ" dirty="0">
                <a:latin typeface="Arial" panose="020B0604020202020204" pitchFamily="34" charset="0"/>
                <a:cs typeface="Arial" panose="020B0604020202020204" pitchFamily="34" charset="0"/>
              </a:rPr>
              <a:t>2,000 records</a:t>
            </a:r>
          </a:p>
          <a:p>
            <a:r>
              <a:rPr lang="en-NZ" dirty="0">
                <a:latin typeface="Arial" panose="020B0604020202020204" pitchFamily="34" charset="0"/>
                <a:cs typeface="Arial" panose="020B0604020202020204" pitchFamily="34" charset="0"/>
              </a:rPr>
              <a:t>46 columns</a:t>
            </a:r>
          </a:p>
          <a:p>
            <a:pPr marL="0" indent="0">
              <a:buNone/>
            </a:pPr>
            <a:r>
              <a:rPr lang="en-NZ" b="1" dirty="0">
                <a:latin typeface="Arial" panose="020B0604020202020204" pitchFamily="34" charset="0"/>
                <a:cs typeface="Arial" panose="020B0604020202020204" pitchFamily="34" charset="0"/>
              </a:rPr>
              <a:t>Data Cleaning</a:t>
            </a:r>
          </a:p>
          <a:p>
            <a:r>
              <a:rPr lang="en-NZ" dirty="0">
                <a:latin typeface="Arial" panose="020B0604020202020204" pitchFamily="34" charset="0"/>
                <a:cs typeface="Arial" panose="020B0604020202020204" pitchFamily="34" charset="0"/>
              </a:rPr>
              <a:t>Checked for duplicate records</a:t>
            </a:r>
          </a:p>
          <a:p>
            <a:r>
              <a:rPr lang="en-NZ" dirty="0">
                <a:latin typeface="Arial" panose="020B0604020202020204" pitchFamily="34" charset="0"/>
                <a:cs typeface="Arial" panose="020B0604020202020204" pitchFamily="34" charset="0"/>
              </a:rPr>
              <a:t>Checked for missing values</a:t>
            </a:r>
          </a:p>
          <a:p>
            <a:r>
              <a:rPr lang="en-NZ" dirty="0">
                <a:latin typeface="Arial" panose="020B0604020202020204" pitchFamily="34" charset="0"/>
                <a:cs typeface="Arial" panose="020B0604020202020204" pitchFamily="34" charset="0"/>
              </a:rPr>
              <a:t>Reviewed data formatting</a:t>
            </a:r>
          </a:p>
          <a:p>
            <a:r>
              <a:rPr lang="en-NZ" dirty="0">
                <a:latin typeface="Arial" panose="020B0604020202020204" pitchFamily="34" charset="0"/>
                <a:cs typeface="Arial" panose="020B0604020202020204" pitchFamily="34" charset="0"/>
              </a:rPr>
              <a:t>Prepared the dataset for analysis</a:t>
            </a:r>
            <a:endParaRPr lang="en-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4459245"/>
      </p:ext>
    </p:extLst>
  </p:cSld>
  <p:clrMapOvr>
    <a:masterClrMapping/>
  </p:clrMapOvr>
  <p:transition spd="slow" advTm="23782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5289F-ABAE-4395-840B-61D392BCA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b="1" dirty="0">
                <a:latin typeface="Arial" panose="020B0604020202020204" pitchFamily="34" charset="0"/>
                <a:cs typeface="Arial" panose="020B0604020202020204" pitchFamily="34" charset="0"/>
              </a:rPr>
              <a:t>Analysis Performed</a:t>
            </a:r>
            <a:endParaRPr lang="en-NG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D254E-7AC5-470C-8B15-DC2086F1F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NZ" dirty="0">
                <a:latin typeface="Arial" panose="020B0604020202020204" pitchFamily="34" charset="0"/>
                <a:cs typeface="Arial" panose="020B0604020202020204" pitchFamily="34" charset="0"/>
              </a:rPr>
              <a:t>The analysis I performed:</a:t>
            </a:r>
          </a:p>
          <a:p>
            <a:r>
              <a:rPr lang="en-NZ" dirty="0">
                <a:latin typeface="Arial" panose="020B0604020202020204" pitchFamily="34" charset="0"/>
                <a:cs typeface="Arial" panose="020B0604020202020204" pitchFamily="34" charset="0"/>
              </a:rPr>
              <a:t>Cancer type distribution</a:t>
            </a:r>
          </a:p>
          <a:p>
            <a:r>
              <a:rPr lang="en-NZ" dirty="0">
                <a:latin typeface="Arial" panose="020B0604020202020204" pitchFamily="34" charset="0"/>
                <a:cs typeface="Arial" panose="020B0604020202020204" pitchFamily="34" charset="0"/>
              </a:rPr>
              <a:t>Overall survival rate</a:t>
            </a:r>
          </a:p>
          <a:p>
            <a:r>
              <a:rPr lang="en-NZ" dirty="0">
                <a:latin typeface="Arial" panose="020B0604020202020204" pitchFamily="34" charset="0"/>
                <a:cs typeface="Arial" panose="020B0604020202020204" pitchFamily="34" charset="0"/>
              </a:rPr>
              <a:t>Survival by cancer stage</a:t>
            </a:r>
          </a:p>
          <a:p>
            <a:r>
              <a:rPr lang="en-NZ" dirty="0">
                <a:latin typeface="Arial" panose="020B0604020202020204" pitchFamily="34" charset="0"/>
                <a:cs typeface="Arial" panose="020B0604020202020204" pitchFamily="34" charset="0"/>
              </a:rPr>
              <a:t>Survival by smoking status</a:t>
            </a:r>
          </a:p>
          <a:p>
            <a:r>
              <a:rPr lang="en-NZ" dirty="0">
                <a:latin typeface="Arial" panose="020B0604020202020204" pitchFamily="34" charset="0"/>
                <a:cs typeface="Arial" panose="020B0604020202020204" pitchFamily="34" charset="0"/>
              </a:rPr>
              <a:t>Survival by gender</a:t>
            </a:r>
          </a:p>
          <a:p>
            <a:r>
              <a:rPr lang="en-NZ" dirty="0">
                <a:latin typeface="Arial" panose="020B0604020202020204" pitchFamily="34" charset="0"/>
                <a:cs typeface="Arial" panose="020B0604020202020204" pitchFamily="34" charset="0"/>
              </a:rPr>
              <a:t>Diagnosis trends from 2015-2026</a:t>
            </a:r>
          </a:p>
          <a:p>
            <a:pPr marL="0" indent="0">
              <a:buNone/>
            </a:pPr>
            <a:r>
              <a:rPr lang="en-NZ" b="1" dirty="0">
                <a:latin typeface="Arial" panose="020B0604020202020204" pitchFamily="34" charset="0"/>
                <a:cs typeface="Arial" panose="020B0604020202020204" pitchFamily="34" charset="0"/>
              </a:rPr>
              <a:t>Excel tools used:</a:t>
            </a:r>
          </a:p>
          <a:p>
            <a:r>
              <a:rPr lang="en-NZ" dirty="0">
                <a:latin typeface="Arial" panose="020B0604020202020204" pitchFamily="34" charset="0"/>
                <a:cs typeface="Arial" panose="020B0604020202020204" pitchFamily="34" charset="0"/>
              </a:rPr>
              <a:t>Formulars</a:t>
            </a:r>
          </a:p>
          <a:p>
            <a:r>
              <a:rPr lang="en-NZ" dirty="0">
                <a:latin typeface="Arial" panose="020B0604020202020204" pitchFamily="34" charset="0"/>
                <a:cs typeface="Arial" panose="020B0604020202020204" pitchFamily="34" charset="0"/>
              </a:rPr>
              <a:t>PivotTables</a:t>
            </a:r>
          </a:p>
          <a:p>
            <a:r>
              <a:rPr lang="en-NZ" dirty="0">
                <a:latin typeface="Arial" panose="020B0604020202020204" pitchFamily="34" charset="0"/>
                <a:cs typeface="Arial" panose="020B0604020202020204" pitchFamily="34" charset="0"/>
              </a:rPr>
              <a:t>Charts</a:t>
            </a:r>
          </a:p>
          <a:p>
            <a:r>
              <a:rPr lang="en-NZ" dirty="0">
                <a:latin typeface="Arial" panose="020B0604020202020204" pitchFamily="34" charset="0"/>
                <a:cs typeface="Arial" panose="020B0604020202020204" pitchFamily="34" charset="0"/>
              </a:rPr>
              <a:t>KPIs</a:t>
            </a:r>
          </a:p>
          <a:p>
            <a:r>
              <a:rPr lang="en-NZ" dirty="0">
                <a:latin typeface="Arial" panose="020B0604020202020204" pitchFamily="34" charset="0"/>
                <a:cs typeface="Arial" panose="020B0604020202020204" pitchFamily="34" charset="0"/>
              </a:rPr>
              <a:t>Slicers</a:t>
            </a:r>
            <a:endParaRPr lang="en-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075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25969">
        <p:circle/>
      </p:transition>
    </mc:Choice>
    <mc:Fallback>
      <p:transition spd="slow" advTm="25969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31">
            <a:extLst>
              <a:ext uri="{FF2B5EF4-FFF2-40B4-BE49-F238E27FC236}">
                <a16:creationId xmlns:a16="http://schemas.microsoft.com/office/drawing/2014/main" id="{213B4410-70AD-4287-BA3D-9714F1CB8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b="1" dirty="0"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  <a:endParaRPr lang="en-NG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D06D94C-FE71-42E3-988C-A87F9C675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Z" dirty="0"/>
          </a:p>
          <a:p>
            <a:pPr marL="0" indent="0">
              <a:buNone/>
            </a:pPr>
            <a:endParaRPr lang="en-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AF2775-46C3-4CC1-A6FD-0F766D827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3971"/>
            <a:ext cx="12192000" cy="407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443607"/>
      </p:ext>
    </p:extLst>
  </p:cSld>
  <p:clrMapOvr>
    <a:masterClrMapping/>
  </p:clrMapOvr>
  <p:transition spd="slow" advTm="68948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67622-5935-4C06-8B32-43762D348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b="1" dirty="0">
                <a:latin typeface="Arial" panose="020B0604020202020204" pitchFamily="34" charset="0"/>
                <a:cs typeface="Arial" panose="020B0604020202020204" pitchFamily="34" charset="0"/>
              </a:rPr>
              <a:t>Key Findings</a:t>
            </a:r>
            <a:endParaRPr lang="en-NG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F8FD9-9EDD-42E1-8FC9-D241D4C70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>
                <a:latin typeface="Arial" panose="020B0604020202020204" pitchFamily="34" charset="0"/>
                <a:cs typeface="Arial" panose="020B0604020202020204" pitchFamily="34" charset="0"/>
              </a:rPr>
              <a:t>NSCLC: 89% of patients</a:t>
            </a:r>
          </a:p>
          <a:p>
            <a:r>
              <a:rPr lang="en-NZ" dirty="0">
                <a:latin typeface="Arial" panose="020B0604020202020204" pitchFamily="34" charset="0"/>
                <a:cs typeface="Arial" panose="020B0604020202020204" pitchFamily="34" charset="0"/>
              </a:rPr>
              <a:t>Overall survival rate: 38%</a:t>
            </a:r>
          </a:p>
          <a:p>
            <a:r>
              <a:rPr lang="en-NZ" dirty="0">
                <a:latin typeface="Arial" panose="020B0604020202020204" pitchFamily="34" charset="0"/>
                <a:cs typeface="Arial" panose="020B0604020202020204" pitchFamily="34" charset="0"/>
              </a:rPr>
              <a:t>Stage 1 survival: 70%</a:t>
            </a:r>
          </a:p>
          <a:p>
            <a:r>
              <a:rPr lang="en-NZ" dirty="0">
                <a:latin typeface="Arial" panose="020B0604020202020204" pitchFamily="34" charset="0"/>
                <a:cs typeface="Arial" panose="020B0604020202020204" pitchFamily="34" charset="0"/>
              </a:rPr>
              <a:t>Stage 4 survival 5%</a:t>
            </a:r>
          </a:p>
          <a:p>
            <a:r>
              <a:rPr lang="en-NZ" dirty="0">
                <a:latin typeface="Arial" panose="020B0604020202020204" pitchFamily="34" charset="0"/>
                <a:cs typeface="Arial" panose="020B0604020202020204" pitchFamily="34" charset="0"/>
              </a:rPr>
              <a:t>Never-smokers: 42% observed survival</a:t>
            </a:r>
          </a:p>
          <a:p>
            <a:r>
              <a:rPr lang="en-NZ" dirty="0">
                <a:latin typeface="Arial" panose="020B0604020202020204" pitchFamily="34" charset="0"/>
                <a:cs typeface="Arial" panose="020B0604020202020204" pitchFamily="34" charset="0"/>
              </a:rPr>
              <a:t>Current smokers: 27% observed survival</a:t>
            </a:r>
          </a:p>
          <a:p>
            <a:r>
              <a:rPr lang="en-NZ" dirty="0">
                <a:latin typeface="Arial" panose="020B0604020202020204" pitchFamily="34" charset="0"/>
                <a:cs typeface="Arial" panose="020B0604020202020204" pitchFamily="34" charset="0"/>
              </a:rPr>
              <a:t>Highest recorded patient count: 221 in 2023</a:t>
            </a:r>
            <a:endParaRPr lang="en-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38202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68913">
        <p:fade/>
      </p:transition>
    </mc:Choice>
    <mc:Fallback>
      <p:transition spd="med" advTm="68913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D74CD-964B-4936-8166-08A78EF74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b="1" dirty="0">
                <a:latin typeface="Arial" panose="020B0604020202020204" pitchFamily="34" charset="0"/>
                <a:cs typeface="Arial" panose="020B0604020202020204" pitchFamily="34" charset="0"/>
              </a:rPr>
              <a:t>Recommendations</a:t>
            </a:r>
            <a:endParaRPr lang="en-NG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10CCF-65F1-4A29-8C74-B3021F73A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>
                <a:latin typeface="Arial" panose="020B0604020202020204" pitchFamily="34" charset="0"/>
                <a:cs typeface="Arial" panose="020B0604020202020204" pitchFamily="34" charset="0"/>
              </a:rPr>
              <a:t>Encourage early detection and timely diagnosis.</a:t>
            </a:r>
          </a:p>
          <a:p>
            <a:r>
              <a:rPr lang="en-NZ" dirty="0">
                <a:latin typeface="Arial" panose="020B0604020202020204" pitchFamily="34" charset="0"/>
                <a:cs typeface="Arial" panose="020B0604020202020204" pitchFamily="34" charset="0"/>
              </a:rPr>
              <a:t>Strengthen smoking-cessation awareness.</a:t>
            </a:r>
          </a:p>
          <a:p>
            <a:r>
              <a:rPr lang="en-NZ" dirty="0">
                <a:latin typeface="Arial" panose="020B0604020202020204" pitchFamily="34" charset="0"/>
                <a:cs typeface="Arial" panose="020B0604020202020204" pitchFamily="34" charset="0"/>
              </a:rPr>
              <a:t>Encourage appropriate health screening and monitoring.</a:t>
            </a:r>
          </a:p>
          <a:p>
            <a:r>
              <a:rPr lang="en-NZ" dirty="0">
                <a:latin typeface="Arial" panose="020B0604020202020204" pitchFamily="34" charset="0"/>
                <a:cs typeface="Arial" panose="020B0604020202020204" pitchFamily="34" charset="0"/>
              </a:rPr>
              <a:t>Use patient data to monitor survival patterns and risk factors.</a:t>
            </a:r>
          </a:p>
          <a:p>
            <a:r>
              <a:rPr lang="en-NZ" dirty="0">
                <a:latin typeface="Arial" panose="020B0604020202020204" pitchFamily="34" charset="0"/>
                <a:cs typeface="Arial" panose="020B0604020202020204" pitchFamily="34" charset="0"/>
              </a:rPr>
              <a:t>Continue monitoring diagnosis trends over time</a:t>
            </a:r>
            <a:endParaRPr lang="en-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8112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33995">
        <p159:morph option="byObject"/>
      </p:transition>
    </mc:Choice>
    <mc:Fallback>
      <p:transition spd="slow" advTm="33995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AB40C-5D3C-4852-B575-951298F86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b="1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NG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D6F67-D5FD-482E-AF14-D6C902EBC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Z" dirty="0">
                <a:latin typeface="Arial" panose="020B0604020202020204" pitchFamily="34" charset="0"/>
                <a:cs typeface="Arial" panose="020B0604020202020204" pitchFamily="34" charset="0"/>
              </a:rPr>
              <a:t>The analysis transformed raw lung cancer patient data into meaningful insights. The interactive Excel dashboard provides a clear and accessible way to explore these findings.</a:t>
            </a:r>
            <a:endParaRPr lang="en-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7125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Tm="18495">
        <p14:reveal/>
      </p:transition>
    </mc:Choice>
    <mc:Fallback>
      <p:transition spd="slow" advTm="18495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FD39A4-C46E-4C5C-A77D-CD34CF7F20DF}"/>
              </a:ext>
            </a:extLst>
          </p:cNvPr>
          <p:cNvSpPr txBox="1"/>
          <p:nvPr/>
        </p:nvSpPr>
        <p:spPr>
          <a:xfrm>
            <a:off x="1688123" y="1096204"/>
            <a:ext cx="55567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9600" dirty="0">
                <a:latin typeface="Algerian" panose="04020705040A02060702" pitchFamily="82" charset="0"/>
              </a:rPr>
              <a:t>THANK</a:t>
            </a:r>
            <a:endParaRPr lang="en-NG" sz="9600" dirty="0">
              <a:latin typeface="Algerian" panose="04020705040A02060702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8361DC-4204-4DF1-A274-8C6496025961}"/>
              </a:ext>
            </a:extLst>
          </p:cNvPr>
          <p:cNvSpPr txBox="1"/>
          <p:nvPr/>
        </p:nvSpPr>
        <p:spPr>
          <a:xfrm>
            <a:off x="5261317" y="2419643"/>
            <a:ext cx="43750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9600" dirty="0">
                <a:latin typeface="Algerian" panose="04020705040A02060702" pitchFamily="82" charset="0"/>
              </a:rPr>
              <a:t>YOU</a:t>
            </a:r>
            <a:endParaRPr lang="en-NG" sz="96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028809"/>
      </p:ext>
    </p:extLst>
  </p:cSld>
  <p:clrMapOvr>
    <a:masterClrMapping/>
  </p:clrMapOvr>
  <p:transition spd="slow" advTm="2543">
    <p:randomBar dir="vert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Grunge 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3624</TotalTime>
  <Words>253</Words>
  <Application>Microsoft Office PowerPoint</Application>
  <PresentationFormat>Widescreen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Algerian</vt:lpstr>
      <vt:lpstr>Arial</vt:lpstr>
      <vt:lpstr>Broadway</vt:lpstr>
      <vt:lpstr>Calibri</vt:lpstr>
      <vt:lpstr>Calibri Light</vt:lpstr>
      <vt:lpstr>Office Theme</vt:lpstr>
      <vt:lpstr>PowerPoint Presentation</vt:lpstr>
      <vt:lpstr>LUNG CANCER RISK FACTORS AND SURVIVAL OUTCOME:A DATA ANALYSIS </vt:lpstr>
      <vt:lpstr>Project Objective</vt:lpstr>
      <vt:lpstr>Dataset &amp; Data Preparation</vt:lpstr>
      <vt:lpstr>Analysis Performed</vt:lpstr>
      <vt:lpstr>Dashboard</vt:lpstr>
      <vt:lpstr>Key Findings</vt:lpstr>
      <vt:lpstr>Recommendations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LUNG CANCER RISK FACTORS AND SURVIVAL OUTCOME</dc:title>
  <dc:creator>Moyinoluwa Oke</dc:creator>
  <cp:lastModifiedBy>Moyinoluwa Oke</cp:lastModifiedBy>
  <cp:revision>27</cp:revision>
  <dcterms:created xsi:type="dcterms:W3CDTF">2026-08-20T13:36:51Z</dcterms:created>
  <dcterms:modified xsi:type="dcterms:W3CDTF">2026-08-24T14:01:41Z</dcterms:modified>
</cp:coreProperties>
</file>